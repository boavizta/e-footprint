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58"/>
  </p:normalViewPr>
  <p:slideViewPr>
    <p:cSldViewPr snapToGrid="0">
      <p:cViewPr>
        <p:scale>
          <a:sx n="200" d="100"/>
          <a:sy n="200" d="100"/>
        </p:scale>
        <p:origin x="-2344" y="-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96341-31B0-EB07-22E6-B53A113F9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106615-FEB3-6ACD-451E-F28F03064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EDAF01-177E-2BF8-E73A-FAFC6F2A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8AC660-2032-E211-CE8A-83421210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CD8120-AED4-DBCF-0F28-309D0DC7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202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5357C1-7B6C-4B31-E9C6-6C2EC19F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6A72E-ECA6-936A-0C96-B54A30EC3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2663D-662D-2922-8B0B-E1D0EF3A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55400E-B2A1-A433-70F2-E0C02F09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4D568B-D07E-60AE-A96C-EB7980F5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323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D12272-F6E7-3A23-2056-5FE33223A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949991-1D70-1215-3DAB-65B13A619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468CAC-4806-A0A9-8AB8-1EE7B949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D0DB0A-0B06-1704-2E06-E4ACFF007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579161-DBAB-A0D8-C46E-7DD2CE11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12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16999C-D0F7-6E36-57E5-BFBD47B65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8F4D97-96E9-53E3-9F75-8801180D1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F143F3-6D35-0EC2-A253-9879F9571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2C6BDD-1C8A-8695-970D-A46789E5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D55199-1720-EBDA-FBF7-8C2B9A085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E17855-F1D5-0121-B536-7460F291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18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CFF5B-CE85-EEE9-01AA-B726495C8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066B15-C12C-0A1B-C693-C7A58389B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0B30F9E-59CC-75AC-3E15-F6646FE13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4DE9400-73B1-5F95-50C8-1F805D0ED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3BAAFC-0A79-389E-E597-7A0D2EA1C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78D4AB6-3E6D-04A6-5438-8ECBB4687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4420FB7-E84D-E73C-1272-C847A99F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A115C52-0E02-D069-D9B5-5E53A4F7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6495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485784-E45C-11DF-2F32-9C1648FD9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9EDE4A-52A9-B75F-8EE3-2BFEDC48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5DE213-FCA7-2AB1-7A32-F495B109C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99A2FD-25C8-484F-0809-F92139DD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381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8FF08DC-6B7E-6FC8-A37E-EA709F8C9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D912A34-F3C2-C840-1C53-BB944E90F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9ADD13-B55A-2F3F-5666-80D36411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14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51247-548D-F818-C782-11578297B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BF5AE5-4025-2E13-E4F6-07626728C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8DBE38-7C97-CC5D-83CF-49AE0216A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F37F1C-91B6-1C81-A018-60B9E2BB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B318F1-63B0-FB03-46C6-CF58585A9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511C54-DF0E-0CEE-639C-EB059A105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16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78DB2B-8773-5A94-4387-D9271EBF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0CC8847-349C-68D6-50E9-EE2E1099D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792772-8C22-7B38-0AD3-1D4A0B0CC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BE4CE7-37F6-74BE-B066-B4B07922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A985F6-A052-1063-ADD6-F0B730F2C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296592-517B-3F2D-9FF0-1B2C781B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408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14D5C1-B172-4DBC-AA22-5A9DE21B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5B0F28F-DF36-423D-7B0E-C381BCBC2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DB9D24-E489-D5F3-7B43-1927CA6C4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80E865-087A-FBFD-A249-5F6A59FD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C68B08-BD44-2B50-6942-F280F03A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77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6EDAA95-4F78-9DBA-91DA-47772AB54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333720-3AF4-8977-B21F-8F6E349B6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FD7619-3C8C-ADAF-3D2A-6F0CB1C9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57ECE9-CFD5-4060-D5AE-C3B9BBF8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A36D09-CE9C-5CB8-07FE-5984E85B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560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55C2161-DA75-230C-A271-038FF526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05E7B1-C5B7-E906-513E-B182E4235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2C9374-DB4E-E6D5-B443-5A1279121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8F95D-222D-0643-A22F-50798B237C41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72D45E-6D28-5454-5BC4-B891B4208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DA5AB3-11F1-F846-32F0-EC7A7F1FD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FEC1E-E31F-544E-ACC8-9250A6101E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413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98B56D7-8EAE-5743-7FA5-04390A339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33122"/>
            <a:ext cx="7772400" cy="299175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FF60773-E778-9F37-EA84-B43B1BA02D5B}"/>
              </a:ext>
            </a:extLst>
          </p:cNvPr>
          <p:cNvSpPr txBox="1"/>
          <p:nvPr/>
        </p:nvSpPr>
        <p:spPr>
          <a:xfrm>
            <a:off x="2611488" y="961386"/>
            <a:ext cx="6969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Diagramme de répartition d’impact d’un service numérique industriel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9D185F-2CF2-0D27-3D92-12D68F5D3536}"/>
              </a:ext>
            </a:extLst>
          </p:cNvPr>
          <p:cNvSpPr txBox="1"/>
          <p:nvPr/>
        </p:nvSpPr>
        <p:spPr>
          <a:xfrm>
            <a:off x="2353586" y="1439186"/>
            <a:ext cx="72269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i="1" dirty="0"/>
              <a:t>La somme de la hauteur de chacun des nœuds au sein d’une colonne est toujours égale à 100%.</a:t>
            </a:r>
          </a:p>
          <a:p>
            <a:r>
              <a:rPr lang="fr-FR" sz="1050" i="1" dirty="0"/>
              <a:t>Le découpage par pays permet de visualiser l’impact des différences d’intensité carbone de l’électricité.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1F14EEA-C73E-B25F-D169-F5814DAC171F}"/>
              </a:ext>
            </a:extLst>
          </p:cNvPr>
          <p:cNvSpPr txBox="1"/>
          <p:nvPr/>
        </p:nvSpPr>
        <p:spPr>
          <a:xfrm>
            <a:off x="2353586" y="5052099"/>
            <a:ext cx="72269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i="1" dirty="0"/>
              <a:t>Diagramme réalisé à l’aide de l’outil open source e-</a:t>
            </a:r>
            <a:r>
              <a:rPr lang="fr-FR" sz="1050" i="1" dirty="0" err="1"/>
              <a:t>footprint</a:t>
            </a:r>
            <a:r>
              <a:rPr lang="fr-FR" sz="1050" i="1" dirty="0"/>
              <a:t>: https://e-</a:t>
            </a:r>
            <a:r>
              <a:rPr lang="fr-FR" sz="1050" i="1" dirty="0" err="1"/>
              <a:t>footprint.boavizta.org</a:t>
            </a:r>
            <a:endParaRPr lang="fr-FR" sz="1050" i="1" dirty="0"/>
          </a:p>
        </p:txBody>
      </p:sp>
    </p:spTree>
    <p:extLst>
      <p:ext uri="{BB962C8B-B14F-4D97-AF65-F5344CB8AC3E}">
        <p14:creationId xmlns:p14="http://schemas.microsoft.com/office/powerpoint/2010/main" val="33887525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59</Words>
  <Application>Microsoft Macintosh PowerPoint</Application>
  <PresentationFormat>Grand écran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Villet</dc:creator>
  <cp:lastModifiedBy>Vincent Villet</cp:lastModifiedBy>
  <cp:revision>1</cp:revision>
  <dcterms:created xsi:type="dcterms:W3CDTF">2026-05-18T13:15:47Z</dcterms:created>
  <dcterms:modified xsi:type="dcterms:W3CDTF">2026-05-18T18:01:23Z</dcterms:modified>
</cp:coreProperties>
</file>